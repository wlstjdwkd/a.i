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8999" autoAdjust="0"/>
    <p:restoredTop sz="94660"/>
  </p:normalViewPr>
  <p:slideViewPr>
    <p:cSldViewPr snapToGrid="0">
      <p:cViewPr>
        <p:scale>
          <a:sx n="60" d="100"/>
          <a:sy n="60" d="100"/>
        </p:scale>
        <p:origin x="102" y="40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536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882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78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t>2021-04-01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13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t>2021-04-01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94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t>2021-04-01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090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t>2021-04-01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765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t>2021-04-01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67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t>2021-04-01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288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695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79117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DB965-E539-4651-9EFA-9C651CE3A020}" type="datetimeFigureOut">
              <a:rPr lang="ko-KR" altLang="en-US" smtClean="0"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DEABF-E89A-4798-BBEC-AF40B7849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41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A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4" name="Oval 5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B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6" name="Oval 7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C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8" name="Group 9"/>
          <p:cNvGrpSpPr/>
          <p:nvPr/>
        </p:nvGrpSpPr>
        <p:grpSpPr>
          <a:xfrm rot="0"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9" name="Oval 10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D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11" name="Straight Arrow Connector 12"/>
          <p:cNvCxnSpPr>
            <a:stCxn id="2" idx="6"/>
            <a:endCxn id="4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2" name="Straight Arrow Connector 13"/>
          <p:cNvCxnSpPr>
            <a:stCxn id="2" idx="5"/>
            <a:endCxn id="6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3" name="Straight Arrow Connector 14"/>
          <p:cNvCxnSpPr>
            <a:stCxn id="2" idx="4"/>
            <a:endCxn id="9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2589705" y="1691965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84557" y="2749748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1.6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4501" y="3461873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3.3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17" name="Group 22"/>
          <p:cNvGrpSpPr/>
          <p:nvPr/>
        </p:nvGrpSpPr>
        <p:grpSpPr>
          <a:xfrm rot="0">
            <a:off x="6476873" y="968922"/>
            <a:ext cx="762000" cy="762000"/>
            <a:chOff x="1259114" y="1219200"/>
            <a:chExt cx="762000" cy="762000"/>
          </a:xfrm>
        </p:grpSpPr>
        <p:sp>
          <p:nvSpPr>
            <p:cNvPr id="18" name="Oval 23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458814" y="1369367"/>
              <a:ext cx="335348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E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grpSp>
        <p:nvGrpSpPr>
          <p:cNvPr id="20" name="Group 25"/>
          <p:cNvGrpSpPr/>
          <p:nvPr/>
        </p:nvGrpSpPr>
        <p:grpSpPr>
          <a:xfrm rot="0"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21" name="Oval 2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F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23" name="Straight Arrow Connector 28"/>
          <p:cNvCxnSpPr>
            <a:stCxn id="4" idx="6"/>
            <a:endCxn id="18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24" name="Straight Arrow Connector 29"/>
          <p:cNvCxnSpPr>
            <a:stCxn id="4" idx="6"/>
            <a:endCxn id="21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5096203" y="1163982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96202" y="2266656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1.9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cxnSp>
        <p:nvCxnSpPr>
          <p:cNvPr id="27" name="Straight Arrow Connector 35"/>
          <p:cNvCxnSpPr>
            <a:stCxn id="6" idx="3"/>
            <a:endCxn id="9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2986457" y="4216481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29" name="Group 37"/>
          <p:cNvGrpSpPr/>
          <p:nvPr/>
        </p:nvGrpSpPr>
        <p:grpSpPr>
          <a:xfrm rot="0">
            <a:off x="6478133" y="3823813"/>
            <a:ext cx="762000" cy="762000"/>
            <a:chOff x="1259114" y="1219200"/>
            <a:chExt cx="762000" cy="762000"/>
          </a:xfrm>
        </p:grpSpPr>
        <p:sp>
          <p:nvSpPr>
            <p:cNvPr id="30" name="Oval 38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58814" y="1369367"/>
              <a:ext cx="37863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G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32" name="Straight Arrow Connector 41"/>
          <p:cNvCxnSpPr>
            <a:stCxn id="21" idx="4"/>
            <a:endCxn id="30" idx="0"/>
          </p:cNvCxnSpPr>
          <p:nvPr/>
        </p:nvCxnSpPr>
        <p:spPr>
          <a:xfrm>
            <a:off x="6850659" y="2832322"/>
            <a:ext cx="8474" cy="99149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6858000" y="3157769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1.4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723" y="2266656"/>
            <a:ext cx="445956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(1)</a:t>
            </a:r>
            <a:endParaRPr kumimoji="0" lang="en-US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9224" y="3998175"/>
            <a:ext cx="445956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(0)</a:t>
            </a:r>
            <a:endParaRPr kumimoji="0" lang="en-US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15723" y="1119089"/>
            <a:ext cx="445956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(5)</a:t>
            </a:r>
            <a:endParaRPr kumimoji="0" lang="en-US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35596" y="1152929"/>
            <a:ext cx="445956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(3)</a:t>
            </a:r>
            <a:endParaRPr kumimoji="0" lang="en-US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804878" y="2743624"/>
            <a:ext cx="445956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(5)</a:t>
            </a:r>
            <a:endParaRPr kumimoji="0" lang="en-US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40152" y="1757532"/>
            <a:ext cx="618213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 (4)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17586" y="4090955"/>
            <a:ext cx="445956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(5)</a:t>
            </a:r>
            <a:endParaRPr kumimoji="0" lang="en-US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30763" y="4878502"/>
            <a:ext cx="1686680" cy="90486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sz="2400" b="0" i="0" u="none" strike="noStrike" kern="0" cap="none" spc="0" normalizeH="0" baseline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List: </a:t>
            </a:r>
            <a:endParaRPr kumimoji="0" lang="en-US" sz="2400" b="0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 baseline="0">
                <a:solidFill>
                  <a:srgbClr val="161a1c"/>
                </a:solidFill>
                <a:latin typeface="Calibri"/>
              </a:rPr>
              <a:t>Open</a:t>
            </a:r>
            <a:r>
              <a:rPr lang="en-US" sz="2400" kern="0">
                <a:solidFill>
                  <a:srgbClr val="161a1c"/>
                </a:solidFill>
                <a:latin typeface="Calibri"/>
              </a:rPr>
              <a:t> List: </a:t>
            </a:r>
            <a:r>
              <a:rPr lang="en-US" altLang="ko-KR" sz="2400" kern="0">
                <a:solidFill>
                  <a:srgbClr val="161a1c"/>
                </a:solidFill>
                <a:latin typeface="Calibri"/>
              </a:rPr>
              <a:t>A</a:t>
            </a:r>
            <a:endParaRPr kumimoji="0" lang="en-US" sz="2400" b="0" i="0" u="none" strike="noStrike" kern="0" cap="none" spc="0" normalizeH="0" baseline="0">
              <a:solidFill>
                <a:srgbClr val="161a1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635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A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4" name="Oval 5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B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6" name="Oval 7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C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8" name="Group 9"/>
          <p:cNvGrpSpPr/>
          <p:nvPr/>
        </p:nvGrpSpPr>
        <p:grpSpPr>
          <a:xfrm rot="0"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9" name="Oval 10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D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11" name="Straight Arrow Connector 12"/>
          <p:cNvCxnSpPr>
            <a:stCxn id="2" idx="6"/>
            <a:endCxn id="4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2" name="Straight Arrow Connector 13"/>
          <p:cNvCxnSpPr>
            <a:stCxn id="2" idx="5"/>
            <a:endCxn id="6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3" name="Straight Arrow Connector 14"/>
          <p:cNvCxnSpPr>
            <a:stCxn id="2" idx="4"/>
            <a:endCxn id="9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2589705" y="1691965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84557" y="2749748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1.6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4501" y="3461873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3.3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17" name="Group 22"/>
          <p:cNvGrpSpPr/>
          <p:nvPr/>
        </p:nvGrpSpPr>
        <p:grpSpPr>
          <a:xfrm rot="0">
            <a:off x="6476873" y="968922"/>
            <a:ext cx="762000" cy="762000"/>
            <a:chOff x="1259114" y="1219200"/>
            <a:chExt cx="762000" cy="762000"/>
          </a:xfrm>
        </p:grpSpPr>
        <p:sp>
          <p:nvSpPr>
            <p:cNvPr id="18" name="Oval 23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458814" y="1369367"/>
              <a:ext cx="335348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E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grpSp>
        <p:nvGrpSpPr>
          <p:cNvPr id="20" name="Group 25"/>
          <p:cNvGrpSpPr/>
          <p:nvPr/>
        </p:nvGrpSpPr>
        <p:grpSpPr>
          <a:xfrm rot="0"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21" name="Oval 2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F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23" name="Straight Arrow Connector 28"/>
          <p:cNvCxnSpPr>
            <a:stCxn id="4" idx="6"/>
            <a:endCxn id="18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24" name="Straight Arrow Connector 29"/>
          <p:cNvCxnSpPr>
            <a:stCxn id="4" idx="6"/>
            <a:endCxn id="21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5096203" y="1163982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96202" y="2266656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1.9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cxnSp>
        <p:nvCxnSpPr>
          <p:cNvPr id="27" name="Straight Arrow Connector 35"/>
          <p:cNvCxnSpPr>
            <a:stCxn id="6" idx="3"/>
            <a:endCxn id="9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2986457" y="4216481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29" name="Group 37"/>
          <p:cNvGrpSpPr/>
          <p:nvPr/>
        </p:nvGrpSpPr>
        <p:grpSpPr>
          <a:xfrm rot="0">
            <a:off x="6478133" y="3823813"/>
            <a:ext cx="762000" cy="762000"/>
            <a:chOff x="1259114" y="1219200"/>
            <a:chExt cx="762000" cy="762000"/>
          </a:xfrm>
        </p:grpSpPr>
        <p:sp>
          <p:nvSpPr>
            <p:cNvPr id="30" name="Oval 38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58814" y="1369367"/>
              <a:ext cx="37863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G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32" name="Straight Arrow Connector 41"/>
          <p:cNvCxnSpPr>
            <a:stCxn id="21" idx="4"/>
            <a:endCxn id="30" idx="0"/>
          </p:cNvCxnSpPr>
          <p:nvPr/>
        </p:nvCxnSpPr>
        <p:spPr>
          <a:xfrm>
            <a:off x="6850659" y="2832322"/>
            <a:ext cx="8474" cy="99149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6858000" y="3157769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1.4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723" y="2266656"/>
            <a:ext cx="445956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(1)</a:t>
            </a:r>
            <a:endParaRPr kumimoji="0" lang="en-US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9224" y="3998175"/>
            <a:ext cx="445956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(0)</a:t>
            </a:r>
            <a:endParaRPr kumimoji="0" lang="en-US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15723" y="1119089"/>
            <a:ext cx="445956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(5)</a:t>
            </a:r>
            <a:endParaRPr kumimoji="0" lang="en-US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35596" y="1152929"/>
            <a:ext cx="789794" cy="35964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4.3 (3)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804878" y="2743624"/>
            <a:ext cx="791887" cy="35962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6.6 (5)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40152" y="1757532"/>
            <a:ext cx="618213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 (4)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98486" y="4090955"/>
            <a:ext cx="788404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8.3 (5)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30763" y="4878502"/>
            <a:ext cx="2299402" cy="89174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sz="2400" b="0" i="0" u="none" strike="noStrike" kern="0" cap="none" spc="0" normalizeH="0" baseline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List:</a:t>
            </a:r>
            <a:r>
              <a:rPr kumimoji="0" lang="en-US" altLang="ko-KR" sz="2400" b="0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</a:t>
            </a:r>
            <a:r>
              <a:rPr kumimoji="0" lang="en-US" sz="2400" b="0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2400" b="0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 baseline="0">
                <a:solidFill>
                  <a:srgbClr val="161a1c"/>
                </a:solidFill>
                <a:latin typeface="Calibri"/>
              </a:rPr>
              <a:t>Open</a:t>
            </a:r>
            <a:r>
              <a:rPr lang="en-US" sz="2400" kern="0">
                <a:solidFill>
                  <a:srgbClr val="161a1c"/>
                </a:solidFill>
                <a:latin typeface="Calibri"/>
              </a:rPr>
              <a:t> List: </a:t>
            </a:r>
            <a:r>
              <a:rPr lang="en-US" altLang="ko-KR" sz="2400" kern="0">
                <a:solidFill>
                  <a:srgbClr val="161a1c"/>
                </a:solidFill>
                <a:latin typeface="Calibri"/>
              </a:rPr>
              <a:t>B, C, D</a:t>
            </a:r>
            <a:endParaRPr lang="en-US" altLang="ko-KR" sz="2400" kern="0">
              <a:solidFill>
                <a:srgbClr val="161a1c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A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4" name="Oval 5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635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B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6" name="Oval 7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C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8" name="Group 9"/>
          <p:cNvGrpSpPr/>
          <p:nvPr/>
        </p:nvGrpSpPr>
        <p:grpSpPr>
          <a:xfrm rot="0"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9" name="Oval 10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D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11" name="Straight Arrow Connector 12"/>
          <p:cNvCxnSpPr>
            <a:stCxn id="2" idx="6"/>
            <a:endCxn id="4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2" name="Straight Arrow Connector 13"/>
          <p:cNvCxnSpPr>
            <a:stCxn id="2" idx="5"/>
            <a:endCxn id="6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3" name="Straight Arrow Connector 14"/>
          <p:cNvCxnSpPr>
            <a:stCxn id="2" idx="4"/>
            <a:endCxn id="9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2589705" y="1691965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84557" y="2749748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1.6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4501" y="3461873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3.3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17" name="Group 22"/>
          <p:cNvGrpSpPr/>
          <p:nvPr/>
        </p:nvGrpSpPr>
        <p:grpSpPr>
          <a:xfrm rot="0">
            <a:off x="6476873" y="968922"/>
            <a:ext cx="762000" cy="762000"/>
            <a:chOff x="1259114" y="1219200"/>
            <a:chExt cx="762000" cy="762000"/>
          </a:xfrm>
        </p:grpSpPr>
        <p:sp>
          <p:nvSpPr>
            <p:cNvPr id="18" name="Oval 23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458814" y="1369367"/>
              <a:ext cx="335348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E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grpSp>
        <p:nvGrpSpPr>
          <p:cNvPr id="20" name="Group 25"/>
          <p:cNvGrpSpPr/>
          <p:nvPr/>
        </p:nvGrpSpPr>
        <p:grpSpPr>
          <a:xfrm rot="0"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21" name="Oval 2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F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23" name="Straight Arrow Connector 28"/>
          <p:cNvCxnSpPr>
            <a:stCxn id="4" idx="6"/>
            <a:endCxn id="18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24" name="Straight Arrow Connector 29"/>
          <p:cNvCxnSpPr>
            <a:stCxn id="4" idx="6"/>
            <a:endCxn id="21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5096203" y="1163982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96202" y="2266656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1.9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cxnSp>
        <p:nvCxnSpPr>
          <p:cNvPr id="27" name="Straight Arrow Connector 35"/>
          <p:cNvCxnSpPr>
            <a:stCxn id="6" idx="3"/>
            <a:endCxn id="9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2986457" y="4216481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29" name="Group 37"/>
          <p:cNvGrpSpPr/>
          <p:nvPr/>
        </p:nvGrpSpPr>
        <p:grpSpPr>
          <a:xfrm rot="0">
            <a:off x="6478133" y="3823813"/>
            <a:ext cx="762000" cy="762000"/>
            <a:chOff x="1259114" y="1219200"/>
            <a:chExt cx="762000" cy="762000"/>
          </a:xfrm>
        </p:grpSpPr>
        <p:sp>
          <p:nvSpPr>
            <p:cNvPr id="30" name="Oval 38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58814" y="1369367"/>
              <a:ext cx="37863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G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32" name="Straight Arrow Connector 41"/>
          <p:cNvCxnSpPr>
            <a:stCxn id="21" idx="4"/>
            <a:endCxn id="30" idx="0"/>
          </p:cNvCxnSpPr>
          <p:nvPr/>
        </p:nvCxnSpPr>
        <p:spPr>
          <a:xfrm>
            <a:off x="6850659" y="2832322"/>
            <a:ext cx="8474" cy="99149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6858000" y="3157769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1.4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723" y="2266656"/>
            <a:ext cx="78624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4.2 (1)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9224" y="3998175"/>
            <a:ext cx="445956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(0)</a:t>
            </a:r>
            <a:endParaRPr kumimoji="0" lang="en-US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15723" y="1119089"/>
            <a:ext cx="78624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7.6 (5)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35596" y="1152929"/>
            <a:ext cx="789794" cy="35964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4.3 (3)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804878" y="2743624"/>
            <a:ext cx="791887" cy="35962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6.6 (5)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40152" y="1757532"/>
            <a:ext cx="618213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 (4)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98486" y="4090955"/>
            <a:ext cx="788404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8.3 (5)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30763" y="4878502"/>
            <a:ext cx="2566102" cy="89174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sz="2400" b="0" i="0" u="none" strike="noStrike" kern="0" cap="none" spc="0" normalizeH="0" baseline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List:</a:t>
            </a:r>
            <a:r>
              <a:rPr kumimoji="0" lang="en-US" altLang="ko-KR" sz="2400" b="0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A, B</a:t>
            </a:r>
            <a:endParaRPr kumimoji="0" lang="en-US" altLang="ko-KR" sz="2400" b="0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 baseline="0">
                <a:solidFill>
                  <a:srgbClr val="161a1c"/>
                </a:solidFill>
                <a:latin typeface="Calibri"/>
              </a:rPr>
              <a:t>Open</a:t>
            </a:r>
            <a:r>
              <a:rPr lang="en-US" sz="2400" kern="0">
                <a:solidFill>
                  <a:srgbClr val="161a1c"/>
                </a:solidFill>
                <a:latin typeface="Calibri"/>
              </a:rPr>
              <a:t> List: </a:t>
            </a:r>
            <a:r>
              <a:rPr lang="en-US" altLang="ko-KR" sz="2400" kern="0">
                <a:solidFill>
                  <a:srgbClr val="161a1c"/>
                </a:solidFill>
                <a:latin typeface="Calibri"/>
              </a:rPr>
              <a:t>C, D, E, F</a:t>
            </a:r>
            <a:endParaRPr lang="en-US" altLang="ko-KR" sz="2400" kern="0">
              <a:solidFill>
                <a:srgbClr val="161a1c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A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4" name="Oval 5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B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6" name="Oval 7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C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8" name="Group 9"/>
          <p:cNvGrpSpPr/>
          <p:nvPr/>
        </p:nvGrpSpPr>
        <p:grpSpPr>
          <a:xfrm rot="0"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9" name="Oval 10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D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11" name="Straight Arrow Connector 12"/>
          <p:cNvCxnSpPr>
            <a:stCxn id="2" idx="6"/>
            <a:endCxn id="4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2" name="Straight Arrow Connector 13"/>
          <p:cNvCxnSpPr>
            <a:stCxn id="2" idx="5"/>
            <a:endCxn id="6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3" name="Straight Arrow Connector 14"/>
          <p:cNvCxnSpPr>
            <a:stCxn id="2" idx="4"/>
            <a:endCxn id="9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2589705" y="1691965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84557" y="2749748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1.6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4501" y="3461873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3.3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17" name="Group 22"/>
          <p:cNvGrpSpPr/>
          <p:nvPr/>
        </p:nvGrpSpPr>
        <p:grpSpPr>
          <a:xfrm rot="0">
            <a:off x="6476873" y="968922"/>
            <a:ext cx="762000" cy="762000"/>
            <a:chOff x="1259114" y="1219200"/>
            <a:chExt cx="762000" cy="762000"/>
          </a:xfrm>
        </p:grpSpPr>
        <p:sp>
          <p:nvSpPr>
            <p:cNvPr id="18" name="Oval 23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458814" y="1369367"/>
              <a:ext cx="335348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E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grpSp>
        <p:nvGrpSpPr>
          <p:cNvPr id="20" name="Group 25"/>
          <p:cNvGrpSpPr/>
          <p:nvPr/>
        </p:nvGrpSpPr>
        <p:grpSpPr>
          <a:xfrm rot="0"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21" name="Oval 2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635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F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23" name="Straight Arrow Connector 28"/>
          <p:cNvCxnSpPr>
            <a:stCxn id="4" idx="6"/>
            <a:endCxn id="18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24" name="Straight Arrow Connector 29"/>
          <p:cNvCxnSpPr>
            <a:stCxn id="4" idx="6"/>
            <a:endCxn id="21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5096203" y="1163982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96202" y="2266656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1.9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cxnSp>
        <p:nvCxnSpPr>
          <p:cNvPr id="27" name="Straight Arrow Connector 35"/>
          <p:cNvCxnSpPr>
            <a:stCxn id="6" idx="3"/>
            <a:endCxn id="9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2986457" y="4216481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29" name="Group 37"/>
          <p:cNvGrpSpPr/>
          <p:nvPr/>
        </p:nvGrpSpPr>
        <p:grpSpPr>
          <a:xfrm rot="0">
            <a:off x="6478133" y="3823813"/>
            <a:ext cx="762000" cy="762000"/>
            <a:chOff x="1259114" y="1219200"/>
            <a:chExt cx="762000" cy="762000"/>
          </a:xfrm>
        </p:grpSpPr>
        <p:sp>
          <p:nvSpPr>
            <p:cNvPr id="30" name="Oval 38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58814" y="1369367"/>
              <a:ext cx="37863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G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32" name="Straight Arrow Connector 41"/>
          <p:cNvCxnSpPr>
            <a:stCxn id="21" idx="4"/>
            <a:endCxn id="30" idx="0"/>
          </p:cNvCxnSpPr>
          <p:nvPr/>
        </p:nvCxnSpPr>
        <p:spPr>
          <a:xfrm>
            <a:off x="6850659" y="2832322"/>
            <a:ext cx="8474" cy="99149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6858000" y="3157769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1.4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723" y="2266656"/>
            <a:ext cx="78624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4.2 (1)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9224" y="3998175"/>
            <a:ext cx="792266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4.6 (0)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15723" y="1119089"/>
            <a:ext cx="78624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7.6 (5)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35596" y="1152929"/>
            <a:ext cx="789794" cy="35964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4.3 (3)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804878" y="2743624"/>
            <a:ext cx="791887" cy="35962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6.6 (5)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40152" y="1757532"/>
            <a:ext cx="618213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 (4)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98486" y="4090955"/>
            <a:ext cx="788404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8.3 (5)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30763" y="4878502"/>
            <a:ext cx="2623252" cy="89174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sz="2400" b="0" i="0" u="none" strike="noStrike" kern="0" cap="none" spc="0" normalizeH="0" baseline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List:</a:t>
            </a:r>
            <a:r>
              <a:rPr kumimoji="0" lang="en-US" altLang="ko-KR" sz="2400" b="0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A, B, F</a:t>
            </a:r>
            <a:endParaRPr kumimoji="0" lang="en-US" altLang="ko-KR" sz="2400" b="0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 baseline="0">
                <a:solidFill>
                  <a:srgbClr val="161a1c"/>
                </a:solidFill>
                <a:latin typeface="Calibri"/>
              </a:rPr>
              <a:t>Open</a:t>
            </a:r>
            <a:r>
              <a:rPr lang="en-US" sz="2400" kern="0">
                <a:solidFill>
                  <a:srgbClr val="161a1c"/>
                </a:solidFill>
                <a:latin typeface="Calibri"/>
              </a:rPr>
              <a:t> List: </a:t>
            </a:r>
            <a:r>
              <a:rPr lang="en-US" altLang="ko-KR" sz="2400" kern="0">
                <a:solidFill>
                  <a:srgbClr val="161a1c"/>
                </a:solidFill>
                <a:latin typeface="Calibri"/>
              </a:rPr>
              <a:t>C, D, E, G</a:t>
            </a:r>
            <a:endParaRPr lang="en-US" altLang="ko-KR" sz="2400" kern="0">
              <a:solidFill>
                <a:srgbClr val="161a1c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A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4" name="Oval 5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B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6" name="Oval 7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sz="1800" b="0" i="0" u="none" strike="noStrike" kern="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>
                <a:solidFill>
                  <a:srgbClr val="161a1c"/>
                </a:solidFill>
                <a:latin typeface="Calibri"/>
              </a:rPr>
              <a:t>C</a:t>
            </a:r>
            <a:endParaRPr lang="en-US" sz="2400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8" name="Group 9"/>
          <p:cNvGrpSpPr/>
          <p:nvPr/>
        </p:nvGrpSpPr>
        <p:grpSpPr>
          <a:xfrm rot="0"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9" name="Oval 10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D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11" name="Straight Arrow Connector 12"/>
          <p:cNvCxnSpPr>
            <a:stCxn id="2" idx="6"/>
            <a:endCxn id="4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2" name="Straight Arrow Connector 13"/>
          <p:cNvCxnSpPr>
            <a:stCxn id="2" idx="5"/>
            <a:endCxn id="6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3" name="Straight Arrow Connector 14"/>
          <p:cNvCxnSpPr>
            <a:stCxn id="2" idx="4"/>
            <a:endCxn id="9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2589705" y="1691965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84557" y="2749748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1.6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4501" y="3461873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3.3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17" name="Group 22"/>
          <p:cNvGrpSpPr/>
          <p:nvPr/>
        </p:nvGrpSpPr>
        <p:grpSpPr>
          <a:xfrm rot="0">
            <a:off x="6476873" y="968922"/>
            <a:ext cx="762000" cy="762000"/>
            <a:chOff x="1259114" y="1219200"/>
            <a:chExt cx="762000" cy="762000"/>
          </a:xfrm>
        </p:grpSpPr>
        <p:sp>
          <p:nvSpPr>
            <p:cNvPr id="18" name="Oval 23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458814" y="1369367"/>
              <a:ext cx="335348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E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grpSp>
        <p:nvGrpSpPr>
          <p:cNvPr id="20" name="Group 25"/>
          <p:cNvGrpSpPr/>
          <p:nvPr/>
        </p:nvGrpSpPr>
        <p:grpSpPr>
          <a:xfrm rot="0"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21" name="Oval 2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F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23" name="Straight Arrow Connector 28"/>
          <p:cNvCxnSpPr>
            <a:stCxn id="4" idx="6"/>
            <a:endCxn id="18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24" name="Straight Arrow Connector 29"/>
          <p:cNvCxnSpPr>
            <a:stCxn id="4" idx="6"/>
            <a:endCxn id="21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5096203" y="1163982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96202" y="2266656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1.9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cxnSp>
        <p:nvCxnSpPr>
          <p:cNvPr id="27" name="Straight Arrow Connector 35"/>
          <p:cNvCxnSpPr>
            <a:stCxn id="6" idx="3"/>
            <a:endCxn id="9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2986457" y="4216481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1.3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grpSp>
        <p:nvGrpSpPr>
          <p:cNvPr id="29" name="Group 37"/>
          <p:cNvGrpSpPr/>
          <p:nvPr/>
        </p:nvGrpSpPr>
        <p:grpSpPr>
          <a:xfrm rot="0">
            <a:off x="6478133" y="3823813"/>
            <a:ext cx="762000" cy="762000"/>
            <a:chOff x="1259114" y="1219200"/>
            <a:chExt cx="762000" cy="762000"/>
          </a:xfrm>
        </p:grpSpPr>
        <p:sp>
          <p:nvSpPr>
            <p:cNvPr id="30" name="Oval 38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635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58814" y="1369367"/>
              <a:ext cx="378630" cy="46166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Font typeface="Wingdings"/>
                <a:buNone/>
                <a:defRPr/>
              </a:pPr>
              <a:r>
                <a:rPr kumimoji="0" lang="en-US" sz="2400" b="0" i="0" u="none" strike="noStrike" kern="0" cap="none" spc="0" normalizeH="0" baseline="0">
                  <a:solidFill>
                    <a:srgbClr val="161a1c"/>
                  </a:solidFill>
                  <a:effectLst/>
                  <a:uLnTx/>
                  <a:uFillTx/>
                  <a:latin typeface="Calibri"/>
                </a:rPr>
                <a:t>G</a:t>
              </a:r>
              <a:endParaRPr kumimoji="0" lang="en-US" sz="2400" b="0" i="0" u="none" strike="noStrike" kern="0" cap="none" spc="0" normalizeH="0" baseline="0">
                <a:solidFill>
                  <a:srgbClr val="161a1c"/>
                </a:solidFill>
                <a:latin typeface="Calibri"/>
              </a:endParaRPr>
            </a:p>
          </p:txBody>
        </p:sp>
      </p:grpSp>
      <p:cxnSp>
        <p:nvCxnSpPr>
          <p:cNvPr id="32" name="Straight Arrow Connector 41"/>
          <p:cNvCxnSpPr>
            <a:stCxn id="21" idx="4"/>
            <a:endCxn id="30" idx="0"/>
          </p:cNvCxnSpPr>
          <p:nvPr/>
        </p:nvCxnSpPr>
        <p:spPr>
          <a:xfrm>
            <a:off x="6850659" y="2832322"/>
            <a:ext cx="8474" cy="99149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6858000" y="3157769"/>
            <a:ext cx="47641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kern="0">
                <a:solidFill>
                  <a:srgbClr val="161a1c"/>
                </a:solidFill>
                <a:latin typeface="Calibri"/>
              </a:rPr>
              <a:t>1.4</a:t>
            </a:r>
            <a:endParaRPr lang="en-US" kern="0">
              <a:solidFill>
                <a:srgbClr val="161a1c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723" y="2266656"/>
            <a:ext cx="78624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4.2 (1)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9224" y="3998175"/>
            <a:ext cx="792266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4.6 (0)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15723" y="1119089"/>
            <a:ext cx="786242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7.6 (5)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35596" y="1152929"/>
            <a:ext cx="789794" cy="35964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4.3 (3)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804878" y="2743624"/>
            <a:ext cx="791887" cy="35962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6.6 (5)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40152" y="1757532"/>
            <a:ext cx="618213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4 (4)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98486" y="4090955"/>
            <a:ext cx="788404" cy="369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altLang="ko-KR" b="1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</a:rPr>
              <a:t>8.3 (5)</a:t>
            </a:r>
            <a:endParaRPr kumimoji="0" lang="en-US" altLang="ko-KR" b="1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30763" y="4878502"/>
            <a:ext cx="2756602" cy="89174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kumimoji="0" lang="en-US" sz="2400" b="0" i="0" u="none" strike="noStrike" kern="0" cap="none" spc="0" normalizeH="0" baseline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List:</a:t>
            </a:r>
            <a:r>
              <a:rPr kumimoji="0" lang="en-US" altLang="ko-KR" sz="2400" b="0" i="0" u="none" strike="noStrike" kern="0" cap="none" spc="0" normalizeH="0">
                <a:solidFill>
                  <a:srgbClr val="161a1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A, B, F, G</a:t>
            </a:r>
            <a:endParaRPr kumimoji="0" lang="en-US" altLang="ko-KR" sz="2400" b="0" i="0" u="none" strike="noStrike" kern="0" cap="none" spc="0" normalizeH="0">
              <a:solidFill>
                <a:srgbClr val="161a1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/>
              <a:buNone/>
              <a:defRPr/>
            </a:pPr>
            <a:r>
              <a:rPr lang="en-US" sz="2400" kern="0" baseline="0">
                <a:solidFill>
                  <a:srgbClr val="161a1c"/>
                </a:solidFill>
                <a:latin typeface="Calibri"/>
              </a:rPr>
              <a:t>Open</a:t>
            </a:r>
            <a:r>
              <a:rPr lang="en-US" sz="2400" kern="0">
                <a:solidFill>
                  <a:srgbClr val="161a1c"/>
                </a:solidFill>
                <a:latin typeface="Calibri"/>
              </a:rPr>
              <a:t> List: </a:t>
            </a:r>
            <a:r>
              <a:rPr lang="en-US" altLang="ko-KR" sz="2400" kern="0">
                <a:solidFill>
                  <a:srgbClr val="161a1c"/>
                </a:solidFill>
                <a:latin typeface="Calibri"/>
              </a:rPr>
              <a:t>C, D, E</a:t>
            </a:r>
            <a:endParaRPr lang="en-US" altLang="ko-KR" sz="2400" kern="0">
              <a:solidFill>
                <a:srgbClr val="161a1c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172</ep:Words>
  <ep:PresentationFormat>와이드스크린</ep:PresentationFormat>
  <ep:Paragraphs>95</ep:Paragraphs>
  <ep:Slides>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테마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2021-04-01T04:18:41.000</dcterms:created>
  <dc:creator>user</dc:creator>
  <cp:lastModifiedBy>xkakr</cp:lastModifiedBy>
  <dcterms:modified xsi:type="dcterms:W3CDTF">2021-04-02T08:58:52.683</dcterms:modified>
  <cp:revision>8</cp:revision>
  <dc:title>PowerPoint 프레젠테이션</dc:title>
  <cp:version/>
</cp:coreProperties>
</file>